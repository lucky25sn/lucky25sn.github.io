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88518B-62FD-47F1-A2C8-703732FBB531}" v="1" dt="2026-03-29T17:16:44.1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45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44518-0C62-15DD-BFF3-E4F01B5FBB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CD13D7-A1F8-DAE2-8807-B2C7E55502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5AF79F-6CE5-0F57-E2AF-F0D986310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67AC1-2117-41C2-8F98-72A2139984F2}" type="datetimeFigureOut">
              <a:rPr lang="en-ZA" smtClean="0"/>
              <a:t>2026/03/29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BC4596-6734-1F45-B3DE-F3DECC662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3D4DFE-F45E-2516-B8C1-391B5F4DA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C3DB9-87BE-4774-88FA-AA337DE27B5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301370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C8CB6-B0FA-172F-9FBF-EC3407572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1BE27A-F9EC-3417-2B79-DA8C3CBFC8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BFFD43-26A9-CE70-BD68-7619BB2C8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67AC1-2117-41C2-8F98-72A2139984F2}" type="datetimeFigureOut">
              <a:rPr lang="en-ZA" smtClean="0"/>
              <a:t>2026/03/29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61229A-D3CA-3044-645D-DF8ACCF31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B4B375-7E6C-1BDE-F663-F098C07FB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C3DB9-87BE-4774-88FA-AA337DE27B5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814480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1C1DF-8154-069F-068A-77C93DD3F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C8368D-8217-381B-FFB5-3A266115E8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64DEDE-331C-506D-D018-C6CCB0667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67AC1-2117-41C2-8F98-72A2139984F2}" type="datetimeFigureOut">
              <a:rPr lang="en-ZA" smtClean="0"/>
              <a:t>2026/03/29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2AE334-AC6D-9F17-EFA6-D99F1A679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0C7ACF-F70A-60B7-0D4E-052819EB4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C3DB9-87BE-4774-88FA-AA337DE27B5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010493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58466-3798-4F76-900D-45639B3E1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C609D5-CC8A-400C-8CF5-8277809948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970B53-9E01-94CA-F3B1-230B8857C7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37D4E6-CEF3-11E5-B00D-0E5AA3A5C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67AC1-2117-41C2-8F98-72A2139984F2}" type="datetimeFigureOut">
              <a:rPr lang="en-ZA" smtClean="0"/>
              <a:t>2026/03/29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CB8EDD-DE99-1A27-73A2-A35B1390E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CB72F2-228C-2AE5-091A-71429C814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C3DB9-87BE-4774-88FA-AA337DE27B5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277862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33247-3132-5685-6AB8-842674367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8CBBFF-49CE-5260-CFD8-CE22270DE6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BB1746-0BCF-3AD3-8133-D2B8FE746A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814790-7C94-6ECE-3DFF-2B88E2E863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A04C35-341F-1F85-1ABC-9B3EE7BC25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F5A8B3-F744-2851-2B8F-9671581E2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67AC1-2117-41C2-8F98-72A2139984F2}" type="datetimeFigureOut">
              <a:rPr lang="en-ZA" smtClean="0"/>
              <a:t>2026/03/29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D0F5BE-C7DB-FBA2-4118-737D7AB90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6340D8-7A75-6E45-8C20-880BB335A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C3DB9-87BE-4774-88FA-AA337DE27B5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9179784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B00D5-34FC-520C-E07D-0B8DC46F5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8B6F95-D2DD-59B5-624A-3600C6DD6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67AC1-2117-41C2-8F98-72A2139984F2}" type="datetimeFigureOut">
              <a:rPr lang="en-ZA" smtClean="0"/>
              <a:t>2026/03/29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240A95-E58A-2E9E-A328-27DAB2BBB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37774E-7CBD-0D39-EE22-FD71DFCAB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C3DB9-87BE-4774-88FA-AA337DE27B5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131781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F72BCD-3A25-0D06-C752-24D577C54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67AC1-2117-41C2-8F98-72A2139984F2}" type="datetimeFigureOut">
              <a:rPr lang="en-ZA" smtClean="0"/>
              <a:t>2026/03/29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FD3658-66EA-40FB-77B7-5ACAC1039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BE716A-3BCE-D102-A845-D13DB1011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C3DB9-87BE-4774-88FA-AA337DE27B5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50780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F2077-43BD-3F5E-CE63-9968AACAD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3D884E-318E-568D-91D2-C4476FEEE8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1AE0CF-65A7-281A-FA6A-55915B1A34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BBEAA8-3931-31F3-C941-FE9B8C3D8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67AC1-2117-41C2-8F98-72A2139984F2}" type="datetimeFigureOut">
              <a:rPr lang="en-ZA" smtClean="0"/>
              <a:t>2026/03/29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BFEFFB-F7AD-EC21-C999-A6AD4D353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E77158-35FD-5670-6A7C-1E3B4A336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C3DB9-87BE-4774-88FA-AA337DE27B5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019467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F7564-ADAB-A561-B002-6CC668DD9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A881B0-1209-AFAD-3181-4427743E9A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763E66-57F5-0A7B-EADE-8855EF944D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5E4373-514F-A1DC-39B1-8AF0D59CA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67AC1-2117-41C2-8F98-72A2139984F2}" type="datetimeFigureOut">
              <a:rPr lang="en-ZA" smtClean="0"/>
              <a:t>2026/03/29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12FF97-C31F-A5CD-ECD4-FBD3F4D9F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EB83EF-4C9B-9D77-8DB4-2099B581F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C3DB9-87BE-4774-88FA-AA337DE27B5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9355971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A7EB4-80D9-2C2B-998E-55310645F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B76404-979F-684B-FD4E-F6F1AC9455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B403E1-BF64-35CE-8B08-0A979F58C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67AC1-2117-41C2-8F98-72A2139984F2}" type="datetimeFigureOut">
              <a:rPr lang="en-ZA" smtClean="0"/>
              <a:t>2026/03/29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0E45BB-09EB-ACC4-3349-FDDCF2358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1C1E49-49D5-656B-0204-395B848F9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C3DB9-87BE-4774-88FA-AA337DE27B5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268862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401D2E-1915-810B-05B4-5CED12B779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AF7C7E-982A-0B77-03DC-51171216C3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A1478E-99F0-B7B4-E95B-2E71BA743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67AC1-2117-41C2-8F98-72A2139984F2}" type="datetimeFigureOut">
              <a:rPr lang="en-ZA" smtClean="0"/>
              <a:t>2026/03/29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798E99-B5CB-004D-3F2B-ECC6AB87F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F1378C-3104-F5E5-7AD6-F3081A11A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C3DB9-87BE-4774-88FA-AA337DE27B5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72470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sharpenSoften amount="-25000"/>
                    </a14:imgEffect>
                    <a14:imgEffect>
                      <a14:brightnessContrast bright="2000"/>
                    </a14:imgEffect>
                  </a14:imgLayer>
                </a14:imgProps>
              </a:ext>
            </a:extLst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3D5942-07B7-2F93-B074-01685B1F3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C3CF2B-CC3A-0652-1395-6537E217C7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39F7A3-4219-0553-7A94-DC8C14EF19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E67AC1-2117-41C2-8F98-72A2139984F2}" type="datetimeFigureOut">
              <a:rPr lang="en-ZA" smtClean="0"/>
              <a:t>2026/03/29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A20D9-0D24-6447-8A34-45C3B1FBF7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E4CF66-5D44-3446-C0D1-BBB1F2D5A4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7C3DB9-87BE-4774-88FA-AA337DE27B5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531570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3.jp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2.png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-25000"/>
                    </a14:imgEffect>
                    <a14:imgEffect>
                      <a14:brightnessContrast bright="2000"/>
                    </a14:imgEffect>
                  </a14:imgLayer>
                </a14:imgProps>
              </a:ext>
            </a:extLst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227B2-270D-CED4-3C5D-C67451257B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70820" y="134911"/>
            <a:ext cx="5501389" cy="1955563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+mn-lt"/>
              </a:rPr>
              <a:t>Name: Lucky July Twala</a:t>
            </a:r>
            <a:b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+mn-lt"/>
              </a:rPr>
            </a:b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+mn-lt"/>
              </a:rPr>
              <a:t> </a:t>
            </a:r>
            <a:b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+mn-lt"/>
              </a:rPr>
            </a:b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+mn-lt"/>
              </a:rPr>
              <a:t>Student No: 231242840</a:t>
            </a:r>
            <a:b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+mn-lt"/>
              </a:rPr>
            </a:br>
            <a:b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+mn-lt"/>
              </a:rPr>
            </a:b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+mn-lt"/>
              </a:rPr>
              <a:t>Course: ICT Application Development</a:t>
            </a:r>
            <a:endParaRPr lang="en-ZA" sz="2400" b="1" dirty="0">
              <a:solidFill>
                <a:schemeClr val="accent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74B2B2-F745-3DC4-DC09-AD9FBE8429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614597"/>
            <a:ext cx="6370820" cy="1475877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chemeClr val="accent2">
                    <a:lumMod val="75000"/>
                  </a:schemeClr>
                </a:solidFill>
              </a:rPr>
              <a:t>Project Presentation 3</a:t>
            </a:r>
            <a:endParaRPr lang="en-ZA" sz="4800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4" name="Mock Interview LJ">
            <a:hlinkClick r:id="" action="ppaction://media"/>
            <a:extLst>
              <a:ext uri="{FF2B5EF4-FFF2-40B4-BE49-F238E27FC236}">
                <a16:creationId xmlns:a16="http://schemas.microsoft.com/office/drawing/2014/main" id="{C496BCF2-E1A0-11EF-D25A-8F387E61EA6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78979" y="2157930"/>
            <a:ext cx="3787515" cy="4632614"/>
          </a:xfrm>
          <a:prstGeom prst="rect">
            <a:avLst/>
          </a:prstGeom>
        </p:spPr>
      </p:pic>
      <p:pic>
        <p:nvPicPr>
          <p:cNvPr id="11" name="Picture 10" descr="Pink hued beach sand meeting the sea">
            <a:extLst>
              <a:ext uri="{FF2B5EF4-FFF2-40B4-BE49-F238E27FC236}">
                <a16:creationId xmlns:a16="http://schemas.microsoft.com/office/drawing/2014/main" id="{A0DB65C8-11D3-D83F-1F41-B4E46F6885FF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5472" y="2090475"/>
            <a:ext cx="8246528" cy="4767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170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75775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22</Words>
  <Application>Microsoft Office PowerPoint</Application>
  <PresentationFormat>Widescreen</PresentationFormat>
  <Paragraphs>2</Paragraphs>
  <Slides>1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Name: Lucky July Twala   Student No: 231242840  Course: ICT Application Development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Lucky Twala</dc:creator>
  <cp:lastModifiedBy>Lucky Twala</cp:lastModifiedBy>
  <cp:revision>2</cp:revision>
  <dcterms:created xsi:type="dcterms:W3CDTF">2026-03-09T19:39:06Z</dcterms:created>
  <dcterms:modified xsi:type="dcterms:W3CDTF">2026-03-29T17:16:54Z</dcterms:modified>
</cp:coreProperties>
</file>